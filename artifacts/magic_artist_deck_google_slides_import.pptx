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4135100" cy="77343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135100" cy="7734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135100" cy="7734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135100" cy="7734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135100" cy="7734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135100" cy="773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135100" cy="7734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135100" cy="7734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135100" cy="7734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135100" cy="7734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135100" cy="7734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135100" cy="7734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135100" cy="7734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135100" cy="7734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